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67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D016B-249C-A745-6518-BE751A140A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A280AF-3ED3-CAC3-728B-B5178ACE01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752F94-438A-B1B5-F952-81FDC4335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C9837-1F0E-4CD3-BA5A-9AED85C2E7F6}" type="datetimeFigureOut">
              <a:rPr lang="fr-FR" smtClean="0"/>
              <a:t>14/06/2026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BA3BB6-66D2-90C3-8971-BFC97A416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19F636-E54E-2FD9-A4DB-F0512B7C6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80D10-2B8F-4F9D-AAD0-964E5B0FE7B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417968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AFB30-B600-0FBF-FCFA-ED5C7B202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691237-DEFB-8B3F-722C-7E092AE567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D03ED-0236-AAE9-5E48-4C83857A5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C9837-1F0E-4CD3-BA5A-9AED85C2E7F6}" type="datetimeFigureOut">
              <a:rPr lang="fr-FR" smtClean="0"/>
              <a:t>14/06/2026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73A6D4-DE73-C339-436B-47ED10BA0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9FF26E-457E-462B-4927-84F88A8BE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80D10-2B8F-4F9D-AAD0-964E5B0FE7B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5493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380C0-B638-CBA7-6A70-1BD1EE179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149E9B-6B3B-7318-E431-306B19D3A8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862CDA-5A5B-1DFA-AEC7-6567F7FCB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C9837-1F0E-4CD3-BA5A-9AED85C2E7F6}" type="datetimeFigureOut">
              <a:rPr lang="fr-FR" smtClean="0"/>
              <a:t>14/06/2026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DE11BE-9ED8-7BF7-3A6D-64ECA6D1A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9BCB2B-D5B1-9A45-3413-20F15C12F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80D10-2B8F-4F9D-AAD0-964E5B0FE7B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77458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0D009-D23F-7DAE-155C-20AF4BD74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F45E8A-92F5-90AC-3760-82AE0D7B79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C0F693-A106-6FB8-3CA7-46D0990328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1546FD-887D-96B1-A8BF-C82AAD164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C9837-1F0E-4CD3-BA5A-9AED85C2E7F6}" type="datetimeFigureOut">
              <a:rPr lang="fr-FR" smtClean="0"/>
              <a:t>14/06/2026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E13548-7537-D741-C009-566F469AD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30FAE6-A942-3526-ABA2-656E90B16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80D10-2B8F-4F9D-AAD0-964E5B0FE7B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659733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52D60-2D26-DD70-4707-0FE9B42F6B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5E2A7D-0E6D-8FEB-E9A1-AFA89860F5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6E1054-B316-09F2-A01D-2FC2324659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C36C99-DC7D-8D56-04A7-4DA25CC89D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7093BD-1D88-238B-F6E7-AD6A0A848F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092FD0-5C3F-B0BF-6A41-C20C1C393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C9837-1F0E-4CD3-BA5A-9AED85C2E7F6}" type="datetimeFigureOut">
              <a:rPr lang="fr-FR" smtClean="0"/>
              <a:t>14/06/2026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027CDD-A1DD-0953-5142-DA39AC8FF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AC052F-407C-A11C-5C77-5AA714CC1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80D10-2B8F-4F9D-AAD0-964E5B0FE7B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282953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A05CB-661B-65F2-1017-85F8784C7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939037-0BAD-B641-A688-9824F9435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C9837-1F0E-4CD3-BA5A-9AED85C2E7F6}" type="datetimeFigureOut">
              <a:rPr lang="fr-FR" smtClean="0"/>
              <a:t>14/06/2026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265821-BD78-A412-02D8-E37291B68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F353C3-A4A5-9CC1-DDA0-D3376443E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80D10-2B8F-4F9D-AAD0-964E5B0FE7B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433486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D4ACCA-4C38-138C-E7C9-2C10B9A29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C9837-1F0E-4CD3-BA5A-9AED85C2E7F6}" type="datetimeFigureOut">
              <a:rPr lang="fr-FR" smtClean="0"/>
              <a:t>14/06/2026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6BDBFA-7791-F06D-275E-F10B4C85D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A3BF08-9738-BCCE-E2DD-7AB9EFB9A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80D10-2B8F-4F9D-AAD0-964E5B0FE7B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369041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B97A2-841F-69EF-5642-56BC84B869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F9D6FA-8B2B-6B20-BFA6-71E7D8A2E7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C33C8E-7FF9-036E-BF5F-5522C815E5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2F8204-55FF-DCDB-2952-B4D836308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C9837-1F0E-4CD3-BA5A-9AED85C2E7F6}" type="datetimeFigureOut">
              <a:rPr lang="fr-FR" smtClean="0"/>
              <a:t>14/06/2026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B0938B-A0B2-F300-83D9-A41589D84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424049-9624-89D3-7991-D5C7B13DC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80D10-2B8F-4F9D-AAD0-964E5B0FE7B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665643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79E13-C566-AF25-3462-8231F8E01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9E4799-7B44-40ED-D365-A4978706E8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86D02D-6EDA-95BD-227D-E0DD74B14F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D6C93A-7132-AB1E-0195-A6F61FAB4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C9837-1F0E-4CD3-BA5A-9AED85C2E7F6}" type="datetimeFigureOut">
              <a:rPr lang="fr-FR" smtClean="0"/>
              <a:t>14/06/2026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96213D-51E7-61FD-D156-DFCE819EF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E5709E-CBD3-DCEB-3071-DFEA59015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80D10-2B8F-4F9D-AAD0-964E5B0FE7B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67352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3C910-6FC9-17D2-030C-DCD5D77AB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098C01-CEC7-9037-9CB7-9D3590C71E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7D5627-79E8-CB26-90CB-573D7FDE8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C9837-1F0E-4CD3-BA5A-9AED85C2E7F6}" type="datetimeFigureOut">
              <a:rPr lang="fr-FR" smtClean="0"/>
              <a:t>14/06/2026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45C326-4658-24C8-B376-79038984E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7F7103-5B07-A85E-2074-9915C809F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80D10-2B8F-4F9D-AAD0-964E5B0FE7B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922738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2FDBD5-AA56-FACB-B640-658E9C4C26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EEA5C6-FEC2-D114-F7FD-47356E0DE9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3DA35-E646-1EFF-0C05-74F65B49C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C9837-1F0E-4CD3-BA5A-9AED85C2E7F6}" type="datetimeFigureOut">
              <a:rPr lang="fr-FR" smtClean="0"/>
              <a:t>14/06/2026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E0E464-0C30-1245-7945-625299A57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125ED3-FCE4-8250-C31E-849A9BDF8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80D10-2B8F-4F9D-AAD0-964E5B0FE7B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113090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590840-BA8D-37E7-4D02-A0C5FE2CA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6E31FB-99FC-AB3C-977E-C6F6BB2BF7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89B949-2AB9-7053-466C-A5378F1912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2C9837-1F0E-4CD3-BA5A-9AED85C2E7F6}" type="datetimeFigureOut">
              <a:rPr lang="fr-FR" smtClean="0"/>
              <a:t>14/06/2026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BE77E-6B40-8DDF-0594-B425EAD9A2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7139F8-AE38-065E-21EB-80610EDF89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680D10-2B8F-4F9D-AAD0-964E5B0FE7B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90338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342CF1D-6867-2592-76BE-153DF383D2E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0" y="177800"/>
            <a:ext cx="3657600" cy="27432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03442BE-470B-DA25-3509-B9B5D2AF4A69}"/>
              </a:ext>
            </a:extLst>
          </p:cNvPr>
          <p:cNvSpPr txBox="1"/>
          <p:nvPr/>
        </p:nvSpPr>
        <p:spPr>
          <a:xfrm>
            <a:off x="177800" y="3098800"/>
            <a:ext cx="87884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2800">
                <a:solidFill>
                  <a:srgbClr val="000000"/>
                </a:solidFill>
                <a:latin typeface="Arial" panose="020B0604020202020204" pitchFamily="34" charset="0"/>
              </a:rPr>
              <a:t>Introduction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864FFF-9BC2-25BA-FF18-2698B75DF12E}"/>
              </a:ext>
            </a:extLst>
          </p:cNvPr>
          <p:cNvSpPr txBox="1"/>
          <p:nvPr/>
        </p:nvSpPr>
        <p:spPr>
          <a:xfrm>
            <a:off x="177800" y="3860800"/>
            <a:ext cx="87884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>
                <a:solidFill>
                  <a:srgbClr val="000000"/>
                </a:solidFill>
                <a:latin typeface="Arial" panose="020B0604020202020204" pitchFamily="34" charset="0"/>
              </a:rPr>
              <a:t>Le rechauffement climatique est un phénomène naturel qui a duré des millénaires. Cependant, les changements climatiques actuels sont causés par les activités humaines, notamment la combustion des combustibles fossiles et la déforestation.</a:t>
            </a:r>
          </a:p>
        </p:txBody>
      </p:sp>
    </p:spTree>
    <p:extLst>
      <p:ext uri="{BB962C8B-B14F-4D97-AF65-F5344CB8AC3E}">
        <p14:creationId xmlns:p14="http://schemas.microsoft.com/office/powerpoint/2010/main" val="11849355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0E1E74-390E-060A-9077-F341BC5DA6E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800" y="571500"/>
            <a:ext cx="4572000" cy="5715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519F1E4-8FF9-8FF5-0990-9440107D44E5}"/>
              </a:ext>
            </a:extLst>
          </p:cNvPr>
          <p:cNvSpPr txBox="1"/>
          <p:nvPr/>
        </p:nvSpPr>
        <p:spPr>
          <a:xfrm>
            <a:off x="4927600" y="177800"/>
            <a:ext cx="4038600" cy="138499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2800">
                <a:solidFill>
                  <a:srgbClr val="000000"/>
                </a:solidFill>
                <a:latin typeface="Arial" panose="020B0604020202020204" pitchFamily="34" charset="0"/>
              </a:rPr>
              <a:t>Facteurs du rechauffement climatique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65BE86-CB30-25A8-6F72-CBA69DB9C4C0}"/>
              </a:ext>
            </a:extLst>
          </p:cNvPr>
          <p:cNvSpPr txBox="1"/>
          <p:nvPr/>
        </p:nvSpPr>
        <p:spPr>
          <a:xfrm>
            <a:off x="4927600" y="1473200"/>
            <a:ext cx="4038600" cy="175432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>
                <a:solidFill>
                  <a:srgbClr val="000000"/>
                </a:solidFill>
                <a:latin typeface="Arial" panose="020B0604020202020204" pitchFamily="34" charset="0"/>
              </a:rPr>
              <a:t>Les facteurs du rechauffement climatique comprennent la concentration de gaz à effet de serre dans l'atmosphère, la déforestation, la pollution, et la dégradation de la biodiversité.</a:t>
            </a:r>
          </a:p>
        </p:txBody>
      </p:sp>
    </p:spTree>
    <p:extLst>
      <p:ext uri="{BB962C8B-B14F-4D97-AF65-F5344CB8AC3E}">
        <p14:creationId xmlns:p14="http://schemas.microsoft.com/office/powerpoint/2010/main" val="32490108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6D39DD3-20DC-5508-2720-1D6601009D0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800" y="571500"/>
            <a:ext cx="4572000" cy="5715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FDDB7A5-2C7E-1E6A-9F5A-A0AA58339F5F}"/>
              </a:ext>
            </a:extLst>
          </p:cNvPr>
          <p:cNvSpPr txBox="1"/>
          <p:nvPr/>
        </p:nvSpPr>
        <p:spPr>
          <a:xfrm>
            <a:off x="4927600" y="177800"/>
            <a:ext cx="4038600" cy="138499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2800">
                <a:solidFill>
                  <a:srgbClr val="000000"/>
                </a:solidFill>
                <a:latin typeface="Arial" panose="020B0604020202020204" pitchFamily="34" charset="0"/>
              </a:rPr>
              <a:t>Impact du rechauffement climatique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7FE72B-6E92-5ECD-4FAB-20BBF4279630}"/>
              </a:ext>
            </a:extLst>
          </p:cNvPr>
          <p:cNvSpPr txBox="1"/>
          <p:nvPr/>
        </p:nvSpPr>
        <p:spPr>
          <a:xfrm>
            <a:off x="4927600" y="1473200"/>
            <a:ext cx="4038600" cy="203132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>
                <a:solidFill>
                  <a:srgbClr val="000000"/>
                </a:solidFill>
                <a:latin typeface="Arial" panose="020B0604020202020204" pitchFamily="34" charset="0"/>
              </a:rPr>
              <a:t>Le rechauffement climatique a des impacts significatifs sur la planète, notamment la hausse des températures, la réduction de la couverture d'herbe, la disparition des habitats pour les animaux, et la prolifération des maladies.</a:t>
            </a:r>
          </a:p>
        </p:txBody>
      </p:sp>
    </p:spTree>
    <p:extLst>
      <p:ext uri="{BB962C8B-B14F-4D97-AF65-F5344CB8AC3E}">
        <p14:creationId xmlns:p14="http://schemas.microsoft.com/office/powerpoint/2010/main" val="23028956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113</Words>
  <Application>Microsoft Office PowerPoint</Application>
  <PresentationFormat>Widescreen</PresentationFormat>
  <Paragraphs>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Mystral MJ</dc:creator>
  <cp:lastModifiedBy>Mystral MJ</cp:lastModifiedBy>
  <cp:revision>1</cp:revision>
  <dcterms:created xsi:type="dcterms:W3CDTF">2026-06-14T02:43:13Z</dcterms:created>
  <dcterms:modified xsi:type="dcterms:W3CDTF">2026-06-14T02:43:14Z</dcterms:modified>
</cp:coreProperties>
</file>