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73A1-1776-7322-6348-50CD72EB7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2509C-5BE3-BAD3-06F6-3B727B377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822F4-8723-772F-4D86-EFC52DFF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F8587-39D8-6F58-68E8-5FED9250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D448-7E76-7E0D-E39F-058B7BA6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81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6A57-87CD-688E-F93D-A0D1EE4A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A1375-95CE-E75F-BEA7-2F55C1A2F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725FD-E0A5-2C5B-0250-778C3BD8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0E693-7434-6281-BB86-05BF81DF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D4671-B7B2-8C0A-B8F7-5A660FD6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19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35FA-0090-B3BC-41E7-1B5E5B7B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88AF8-4112-CC42-2DB0-C6338C246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C65EF-6EC3-89F4-C439-F92F5813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EB391-C367-E5A6-48FD-DFF5E5026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28F6C-4CB0-D8F4-9E5B-CCB09CA8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42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44C0-3391-50D8-A626-1450563B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ECF75-DA95-DC05-F341-107B521E0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C5063-5A63-20D1-5404-C24D0E360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97AA9-A9CF-149E-AC27-F4C92538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8EDF9-C575-FA3A-79A9-AFD4E9E8E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301EE-F9E1-501A-B112-1C6C50EF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75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53F-5B6A-2469-117F-6C6850FF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0B9B7-E731-2432-62E2-8D43EE1D7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5F888-3E4A-73B0-6014-F5985137E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0FA63-1721-6096-8DE6-709C374DC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1481F-26DA-0450-848F-BE86A98ED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B90A23-F495-C7B6-0647-5F3DED21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443D54-CFC6-F0C4-FB2C-7560CDDF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AD554-90F2-1BAD-E6F7-A9C17397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16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01EE-C807-BA40-3B2E-C4C4279C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03696-5A29-C98D-8257-6DE38710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EE833-6750-32F1-1574-DC26B36E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F1B9B-B874-AC27-62FC-B15136E7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1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2DB94-E171-8FA6-6355-FAE23D4F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1E387-30A6-CDEC-17DA-E992E280E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DDD88-6A39-C404-B011-A41A7A4E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39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8EE1-A57D-ACFF-3F82-42AC95DE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015FF-46A8-CAA1-A696-494FFF91E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7C73A-262D-A4A2-E492-2A9AC9AF3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6F400-B91D-C85D-B0D0-C1D41E8B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7058F-C902-9EB0-AA20-D1D664B9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11A4-014D-6BC8-9E4B-00D27FB2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67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46A3-9038-9C89-8A5E-D606C82A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28507-6F6E-C15F-5BBF-A4B8673E6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9653B-0AF5-516C-011B-C1278147B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FAE6C-23A3-EBAF-BC61-D12EF896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EF766-085A-6E98-AB98-6F06C5CA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1D7AB-01B9-E52F-1625-ECEC88E1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89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A267-0ED4-647E-BB1E-B3773F0E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80FE2-AE69-0F98-FFF7-5B14E2BE1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62ED6-3BB5-4F8E-5E76-E3974850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0A864-4A0A-4C02-BB00-880D9F5E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02E33-2D2C-9E8C-5BAA-1EC1D018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74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8D3F3-9415-7E0A-B044-C48514EDE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9B2E6-A36B-2E9A-6779-3397E3219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75843-37B3-6F05-6592-A970B6AD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BE6BA-48E9-2298-2A1B-684E378D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1594D-68B9-9669-71C3-D94D1EB8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78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C91E7-DF21-3A9C-EC8E-82DE16B8F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7D292-1C37-29C1-6FF0-D8E88D1B1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A8F3-2B30-954D-C333-4595A31CC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1F3DF-7413-47EC-BD47-981B2B710952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0A60-C440-8E00-E056-4F58742CC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BE4B5-962D-D359-5D58-03FE95E74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5F56C-5CA5-407C-B74B-B28E96BB00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543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41F9A7-E84E-E91A-DBC3-A048E1C77C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2235200"/>
            <a:ext cx="3175000" cy="238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31C5FC-271F-21C0-7514-EE53ED789F5A}"/>
              </a:ext>
            </a:extLst>
          </p:cNvPr>
          <p:cNvSpPr txBox="1"/>
          <p:nvPr/>
        </p:nvSpPr>
        <p:spPr>
          <a:xfrm>
            <a:off x="3530600" y="177800"/>
            <a:ext cx="5435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701E1-26E1-D88F-6995-FB6056858DBD}"/>
              </a:ext>
            </a:extLst>
          </p:cNvPr>
          <p:cNvSpPr txBox="1"/>
          <p:nvPr/>
        </p:nvSpPr>
        <p:spPr>
          <a:xfrm>
            <a:off x="3530600" y="1473200"/>
            <a:ext cx="5435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Mac OS et Linux sont deux systèmes d'exploitation différents.</a:t>
            </a:r>
          </a:p>
        </p:txBody>
      </p:sp>
    </p:spTree>
    <p:extLst>
      <p:ext uri="{BB962C8B-B14F-4D97-AF65-F5344CB8AC3E}">
        <p14:creationId xmlns:p14="http://schemas.microsoft.com/office/powerpoint/2010/main" val="386719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ED0E12-9A8C-A738-6C37-2B4BD5B58B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200" y="571500"/>
            <a:ext cx="4572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294005-9E37-5465-1B8D-40E74AB3CEAE}"/>
              </a:ext>
            </a:extLst>
          </p:cNvPr>
          <p:cNvSpPr txBox="1"/>
          <p:nvPr/>
        </p:nvSpPr>
        <p:spPr>
          <a:xfrm>
            <a:off x="177800" y="177800"/>
            <a:ext cx="4038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Système d'exploitation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BA3A3-E3DB-4211-ADF3-05E1CCE5EF03}"/>
              </a:ext>
            </a:extLst>
          </p:cNvPr>
          <p:cNvSpPr txBox="1"/>
          <p:nvPr/>
        </p:nvSpPr>
        <p:spPr>
          <a:xfrm>
            <a:off x="177800" y="1473200"/>
            <a:ext cx="40386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Mac OS est développé par Apple Inc.</a:t>
            </a:r>
          </a:p>
        </p:txBody>
      </p:sp>
    </p:spTree>
    <p:extLst>
      <p:ext uri="{BB962C8B-B14F-4D97-AF65-F5344CB8AC3E}">
        <p14:creationId xmlns:p14="http://schemas.microsoft.com/office/powerpoint/2010/main" val="138065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D38852-17A7-CEFD-01EF-52AF3746262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571500"/>
            <a:ext cx="4572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787DC6-4C4E-BDD4-BF8B-3B608E2BD1D7}"/>
              </a:ext>
            </a:extLst>
          </p:cNvPr>
          <p:cNvSpPr txBox="1"/>
          <p:nvPr/>
        </p:nvSpPr>
        <p:spPr>
          <a:xfrm>
            <a:off x="4927600" y="177800"/>
            <a:ext cx="4038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Interface utilisateur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11523-F395-3FCD-DED2-739AB3F4756F}"/>
              </a:ext>
            </a:extLst>
          </p:cNvPr>
          <p:cNvSpPr txBox="1"/>
          <p:nvPr/>
        </p:nvSpPr>
        <p:spPr>
          <a:xfrm>
            <a:off x="4927600" y="1473200"/>
            <a:ext cx="4038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Linux est un système d'exploitation open source.</a:t>
            </a:r>
          </a:p>
        </p:txBody>
      </p:sp>
    </p:spTree>
    <p:extLst>
      <p:ext uri="{BB962C8B-B14F-4D97-AF65-F5344CB8AC3E}">
        <p14:creationId xmlns:p14="http://schemas.microsoft.com/office/powerpoint/2010/main" val="216089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63600-FFE6-5EF6-E778-98FB96DD25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2235200"/>
            <a:ext cx="2387600" cy="238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29FD40-5A08-D18A-D5E6-86125C439E23}"/>
              </a:ext>
            </a:extLst>
          </p:cNvPr>
          <p:cNvSpPr txBox="1"/>
          <p:nvPr/>
        </p:nvSpPr>
        <p:spPr>
          <a:xfrm>
            <a:off x="177800" y="177800"/>
            <a:ext cx="6223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Système de fichiers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37B96-C18E-1C47-66D5-E8EDE0FD4D99}"/>
              </a:ext>
            </a:extLst>
          </p:cNvPr>
          <p:cNvSpPr txBox="1"/>
          <p:nvPr/>
        </p:nvSpPr>
        <p:spPr>
          <a:xfrm>
            <a:off x="177800" y="1473200"/>
            <a:ext cx="6223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Mac OS utilise un système de fichiers hétérogène.</a:t>
            </a:r>
          </a:p>
        </p:txBody>
      </p:sp>
    </p:spTree>
    <p:extLst>
      <p:ext uri="{BB962C8B-B14F-4D97-AF65-F5344CB8AC3E}">
        <p14:creationId xmlns:p14="http://schemas.microsoft.com/office/powerpoint/2010/main" val="318686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EF7609-DDC0-E674-6451-E72EAF2338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190500"/>
            <a:ext cx="4572000" cy="646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44AF6F-4206-9D39-E26B-035BBAB803B7}"/>
              </a:ext>
            </a:extLst>
          </p:cNvPr>
          <p:cNvSpPr txBox="1"/>
          <p:nvPr/>
        </p:nvSpPr>
        <p:spPr>
          <a:xfrm>
            <a:off x="4927600" y="177800"/>
            <a:ext cx="4038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Système de logiciels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5C78D-85E2-F0E3-F457-335252205D3C}"/>
              </a:ext>
            </a:extLst>
          </p:cNvPr>
          <p:cNvSpPr txBox="1"/>
          <p:nvPr/>
        </p:nvSpPr>
        <p:spPr>
          <a:xfrm>
            <a:off x="4927600" y="1473200"/>
            <a:ext cx="4038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Linux est un système d'exploitation open source.</a:t>
            </a:r>
          </a:p>
        </p:txBody>
      </p:sp>
    </p:spTree>
    <p:extLst>
      <p:ext uri="{BB962C8B-B14F-4D97-AF65-F5344CB8AC3E}">
        <p14:creationId xmlns:p14="http://schemas.microsoft.com/office/powerpoint/2010/main" val="188480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Mystral MJ</dc:creator>
  <cp:lastModifiedBy>Mystral MJ</cp:lastModifiedBy>
  <cp:revision>1</cp:revision>
  <dcterms:created xsi:type="dcterms:W3CDTF">2026-06-14T03:47:34Z</dcterms:created>
  <dcterms:modified xsi:type="dcterms:W3CDTF">2026-06-14T03:47:34Z</dcterms:modified>
</cp:coreProperties>
</file>