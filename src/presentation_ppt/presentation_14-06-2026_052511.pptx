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FEF5-45B6-D35C-47BD-DE2DFC0AE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B16A3-E4BA-E3A7-9CB4-7B01EC3BF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19C78-E61A-AA62-4B86-7526A4B7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ED0D6-1CE5-BC16-214A-D98EAB445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01801-29FA-E632-D9F3-467A9562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47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702B-9DEE-C33E-9134-891639FA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CA0B-0F99-A54D-653F-064BDF784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93950-42E8-D649-D57F-DE3AE200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ECAE2-5BF8-CD33-80E2-FC879F831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4D845-AF4B-5E2D-114D-8CA2AEB0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33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2DF2-EA0D-5E46-C969-7DD687D2A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5DCA7-D6AE-6E7A-55E2-BD274C55A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6CF28-30D0-60C8-0D98-1D9D2A2D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77591-B911-F378-9F1B-B8A51CE1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E539D-5337-3123-970F-3EDF1868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40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35D41-9E6A-58D3-AC86-303F5DB8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581B-7797-1814-9BCF-75A9BDE3B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E06BC-79D0-73BD-994B-7ECA1AEF8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EC18B-0B68-7FA4-2ADD-E143BD7A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77CB-4EE2-D378-6FAC-BD1FAADB1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71763-54ED-64FB-17B6-DFA23622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64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4EB3-19F6-2DCA-082F-3710E65F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1A1E1-F5E0-DAF0-F74B-3E1471D02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583E9-11B1-61B2-2343-B5AD15EF9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B3D46-D5F0-0599-7EFC-9CACC7581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706FB-3950-7CA0-E683-5AA38982F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47776-E105-A36E-288E-758A7CFE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E1843-7026-4724-4ADA-0C14CC67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D62F3-38C0-DC18-4792-04139087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784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85F3-6BD2-8F8F-FC0E-5BDA4F1D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0E3C3-02CC-C547-663E-A38AC9AA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A34A8-1F41-81F3-0D9E-C782115D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D580C-1CC1-8240-DFBE-F84A70E5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920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A4F8F-3053-B595-E564-965A1B08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0DBC2-646A-E8E5-2EE5-CEFA30296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9D476-1889-3642-D483-B9BB8B04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162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F9AC-CC47-CEC7-1E5B-606448FF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B5880-5746-A0E5-008C-1624223D5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C244E-B65F-8818-D829-1659D6068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7F476-6774-C46B-41FE-116B8B57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5F0E1-CC6B-4785-F106-2F449062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F56D9-C4C2-4047-63ED-98ACCAF3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37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38E20-9838-CDB0-66D0-6D298EAF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632CD6-D6B6-3FB6-FD50-F4CE4F7C1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C2155-6BC5-7792-DD21-CCB7E0B98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5F7BE-3677-141E-F19F-62434177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8AEF1-C9C2-06B1-7017-EB23AA4A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749E7-1A78-2007-F75C-80AD36BC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92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6BF4-EBA8-D5A4-C1E3-7A1D44F0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3150F-D4BF-A688-D2EC-DDDF48CB5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F55B5-C489-A21C-BDD3-EB7A0117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21AD1-20A2-A117-9336-676B37D1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3AE53-F34C-FA93-CC72-8F37A058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23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1B71A3-5548-FE18-1B18-67F08800E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C1ED6-5187-6BCD-CBFC-81E5F5315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34436-F6F1-F31F-C3E3-9AB1B03E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9EDD4-BD90-A48E-0285-0E0C012EE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8663-11D8-C21F-CAE6-B4DBFC85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801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63954-2955-5A3B-1D95-FD92C88A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8F5C5-F434-F342-5FB1-6DD275D05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4E009-213C-5D77-FDFC-76BCCA2CF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2AC49-A0AD-408F-8070-412FBF77E37E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2804-AF2B-E73F-A96B-6363EFDF6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B35E1-D569-5558-BCC6-01E6D20DD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502F7-C6D7-401E-ADD4-BC6854CD6F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74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5D7A5-4B64-3E9E-3931-CEABC21C44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77800"/>
            <a:ext cx="3657600" cy="274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98AE31-261D-B318-ABFD-1385F40749BC}"/>
              </a:ext>
            </a:extLst>
          </p:cNvPr>
          <p:cNvSpPr txBox="1"/>
          <p:nvPr/>
        </p:nvSpPr>
        <p:spPr>
          <a:xfrm>
            <a:off x="177800" y="3098800"/>
            <a:ext cx="8788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3995C-EFF2-AD19-1C8A-E4B02A9591A6}"/>
              </a:ext>
            </a:extLst>
          </p:cNvPr>
          <p:cNvSpPr txBox="1"/>
          <p:nvPr/>
        </p:nvSpPr>
        <p:spPr>
          <a:xfrm>
            <a:off x="177800" y="3860800"/>
            <a:ext cx="8788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CPU (Central Processing Unit) et GPU (Graphics Processing Unit) sont deux types de processeurs différents.</a:t>
            </a:r>
          </a:p>
        </p:txBody>
      </p:sp>
    </p:spTree>
    <p:extLst>
      <p:ext uri="{BB962C8B-B14F-4D97-AF65-F5344CB8AC3E}">
        <p14:creationId xmlns:p14="http://schemas.microsoft.com/office/powerpoint/2010/main" val="125999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5B980-7B6B-B3A5-0877-A1744212CB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200" y="571500"/>
            <a:ext cx="4572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3CD61E-A81F-2D7C-6B63-4C9272C7997A}"/>
              </a:ext>
            </a:extLst>
          </p:cNvPr>
          <p:cNvSpPr txBox="1"/>
          <p:nvPr/>
        </p:nvSpPr>
        <p:spPr>
          <a:xfrm>
            <a:off x="177800" y="177800"/>
            <a:ext cx="4038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FFFFFF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F5F86-0299-2F44-E391-3C638DF0B9CF}"/>
              </a:ext>
            </a:extLst>
          </p:cNvPr>
          <p:cNvSpPr txBox="1"/>
          <p:nvPr/>
        </p:nvSpPr>
        <p:spPr>
          <a:xfrm>
            <a:off x="177800" y="1473200"/>
            <a:ext cx="4038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FFFFFF"/>
                </a:solidFill>
                <a:latin typeface="Arial" panose="020B0604020202020204" pitchFamily="34" charset="0"/>
              </a:rPr>
              <a:t>CPU est un processeur central qui est utilisé pour le calcul des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9904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F6F778-F0D7-DFA6-6FB2-63D44B89EC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200" y="571500"/>
            <a:ext cx="4572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AA14B6-AB61-702C-3E5D-44904D00EE84}"/>
              </a:ext>
            </a:extLst>
          </p:cNvPr>
          <p:cNvSpPr txBox="1"/>
          <p:nvPr/>
        </p:nvSpPr>
        <p:spPr>
          <a:xfrm>
            <a:off x="177800" y="177800"/>
            <a:ext cx="4038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FFFFFF"/>
                </a:solidFill>
                <a:latin typeface="Arial" panose="020B0604020202020204" pitchFamily="34" charset="0"/>
              </a:rPr>
              <a:t>GPU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3B285-B4BE-5E27-534B-1FC59E28E3D1}"/>
              </a:ext>
            </a:extLst>
          </p:cNvPr>
          <p:cNvSpPr txBox="1"/>
          <p:nvPr/>
        </p:nvSpPr>
        <p:spPr>
          <a:xfrm>
            <a:off x="177800" y="1473200"/>
            <a:ext cx="40386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FFFFFF"/>
                </a:solidFill>
                <a:latin typeface="Arial" panose="020B0604020202020204" pitchFamily="34" charset="0"/>
              </a:rPr>
              <a:t>GPU est un processeur spécialisé dans la gestion des images et des graphiques.</a:t>
            </a:r>
          </a:p>
        </p:txBody>
      </p:sp>
    </p:spTree>
    <p:extLst>
      <p:ext uri="{BB962C8B-B14F-4D97-AF65-F5344CB8AC3E}">
        <p14:creationId xmlns:p14="http://schemas.microsoft.com/office/powerpoint/2010/main" val="239762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Mystral MJ</dc:creator>
  <cp:lastModifiedBy>Mystral MJ</cp:lastModifiedBy>
  <cp:revision>1</cp:revision>
  <dcterms:created xsi:type="dcterms:W3CDTF">2026-06-14T03:25:22Z</dcterms:created>
  <dcterms:modified xsi:type="dcterms:W3CDTF">2026-06-14T03:25:23Z</dcterms:modified>
</cp:coreProperties>
</file>